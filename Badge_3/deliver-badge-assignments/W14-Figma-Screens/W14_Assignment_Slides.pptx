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274320" y="-274320"/>
            <a:ext cx="1645920" cy="1645920"/>
          </a:xfrm>
          <a:prstGeom prst="rect">
            <a:avLst/>
          </a:prstGeom>
          <a:solidFill>
            <a:srgbClr val="E9ECE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E9ECE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Check-In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51CF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week until final submission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pPr algn="ctr" indent="0" marL="0">
              <a:buNone/>
            </a:pP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Assignment   •   Due: Monday, April 20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week to go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 produces components. By Week 15, you assemble them into a portfolio.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463040" cy="1234440"/>
          </a:xfrm>
          <a:prstGeom prst="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+ C3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783080"/>
            <a:ext cx="1463040" cy="1234440"/>
          </a:xfrm>
          <a:prstGeom prst="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9456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+ C5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783080"/>
            <a:ext cx="1463040" cy="1234440"/>
          </a:xfrm>
          <a:prstGeom prst="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1783080"/>
            <a:ext cx="1463040" cy="1234440"/>
          </a:xfrm>
          <a:prstGeom prst="rect">
            <a:avLst/>
          </a:prstGeom>
          <a:solidFill>
            <a:srgbClr val="51CF66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F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F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1783080"/>
            <a:ext cx="1463040" cy="123444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check-in: What to submit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of the six components, tell us: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8046720" cy="68580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83080"/>
            <a:ext cx="54864" cy="68580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51CF6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148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Complete, in progress, or not started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8046720" cy="68580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06040"/>
            <a:ext cx="54864" cy="68580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2715768"/>
            <a:ext cx="457200" cy="457200"/>
          </a:xfrm>
          <a:prstGeom prst="ellipse">
            <a:avLst/>
          </a:prstGeom>
          <a:solidFill>
            <a:srgbClr val="51CF6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2971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— what do you have so far?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8046720" cy="68580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429000"/>
            <a:ext cx="54864" cy="68580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538728"/>
            <a:ext cx="457200" cy="457200"/>
          </a:xfrm>
          <a:prstGeom prst="ellipse">
            <a:avLst/>
          </a:prstGeom>
          <a:solidFill>
            <a:srgbClr val="51CF6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remains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3794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still need to do before Week 15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8046720" cy="594360"/>
          </a:xfrm>
          <a:prstGeom prst="rect">
            <a:avLst/>
          </a:prstGeom>
          <a:solidFill>
            <a:srgbClr val="FFE3E3"/>
          </a:solidFill>
          <a:ln w="12700">
            <a:solidFill>
              <a:srgbClr val="FA52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343400"/>
            <a:ext cx="54864" cy="594360"/>
          </a:xfrm>
          <a:prstGeom prst="rect">
            <a:avLst/>
          </a:prstGeom>
          <a:solidFill>
            <a:srgbClr val="FA5252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3434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component is "not started" — flag it now. There is still time, but only if you start this week.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assembling your portfolio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components are the evidence. How you present them is your choice.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portfolio tells a story: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D3F9D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03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the problem my product faces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D3F9D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what I learned from expert practice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D3F9D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26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what I contributed to my team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D3F9D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37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87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why it matters — legally and financially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D3F9D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490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what I recommend we 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D3F9D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60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are the relationships I built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1691640"/>
            <a:ext cx="3657600" cy="274320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0" y="1691640"/>
            <a:ext cx="54864" cy="27432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formats: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21488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deck with narrative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report or document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website (AI tools OK)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walkthrough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format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3794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 is flexible.</a:t>
            </a:r>
            <a:endParaRPr lang="en-US" sz="11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is not.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you’re submitting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Due: Monday, April 20 (before Week 15 session)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status update for all six components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work you refined or completed — visible in your working document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portfolio format choice (if decided)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solidFill>
            <a:srgbClr val="EBFBEE"/>
          </a:solidFill>
          <a:ln w="12700">
            <a:solidFill>
              <a:srgbClr val="51CF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383280"/>
            <a:ext cx="54864" cy="822960"/>
          </a:xfrm>
          <a:prstGeom prst="rect">
            <a:avLst/>
          </a:prstGeom>
          <a:solidFill>
            <a:srgbClr val="2B8A3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29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portfolio due: Friday, April 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check-in is your last chance for feedback before the final submission. Use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me with questions about: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component is strong enough to pass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format and structure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scope something you’re behind 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requests — ask now, not after the deadline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assignment details are on Canvas.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2743200" cy="2743200"/>
          </a:xfrm>
          <a:prstGeom prst="ellipse">
            <a:avLst/>
          </a:prstGeom>
          <a:solidFill>
            <a:srgbClr val="D3F9D8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900000">
            <a:off x="6858000" y="3200400"/>
            <a:ext cx="1828800" cy="1828800"/>
          </a:xfrm>
          <a:prstGeom prst="rect">
            <a:avLst/>
          </a:prstGeom>
          <a:solidFill>
            <a:srgbClr val="E9ECEF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14 — Progress Check-In</dc:title>
  <dc:subject>PptxGenJS Presentation</dc:subject>
  <dc:creator>PptxGenJS</dc:creator>
  <cp:lastModifiedBy>PptxGenJS</cp:lastModifiedBy>
  <cp:revision>1</cp:revision>
  <dcterms:created xsi:type="dcterms:W3CDTF">2026-03-24T13:45:47Z</dcterms:created>
  <dcterms:modified xsi:type="dcterms:W3CDTF">2026-03-24T13:45:47Z</dcterms:modified>
</cp:coreProperties>
</file>