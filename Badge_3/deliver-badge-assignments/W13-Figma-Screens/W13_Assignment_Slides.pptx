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274320" y="-274320"/>
            <a:ext cx="1645920" cy="1645920"/>
          </a:xfrm>
          <a:prstGeom prst="rect">
            <a:avLst/>
          </a:prstGeom>
          <a:solidFill>
            <a:srgbClr val="E9ECE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E9ECE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 Assignment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+ Catch-Up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51CF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components — strengthen and finish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pPr algn="ctr" indent="0" marL="0">
              <a:buNone/>
            </a:pPr>
            <a:r>
              <a:rPr lang="en-US" sz="13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Assignment   •   Due: Monday, April 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Halfway through — time to regroup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week produces components. By Week 15, you assemble them into a portfolio.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463040" cy="1234440"/>
          </a:xfrm>
          <a:prstGeom prst="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+ C3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783080"/>
            <a:ext cx="1463040" cy="1234440"/>
          </a:xfrm>
          <a:prstGeom prst="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9456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+ C5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783080"/>
            <a:ext cx="1463040" cy="1234440"/>
          </a:xfrm>
          <a:prstGeom prst="rect">
            <a:avLst/>
          </a:prstGeom>
          <a:solidFill>
            <a:srgbClr val="51CF66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F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F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1783080"/>
            <a:ext cx="1463040" cy="1234440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1783080"/>
            <a:ext cx="1463040" cy="1234440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3232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focus your time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everyone needs the same thing this week. Pick what applies to you.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658368"/>
          </a:xfrm>
          <a:prstGeom prst="rect">
            <a:avLst/>
          </a:prstGeom>
          <a:solidFill>
            <a:srgbClr val="FFF9DB"/>
          </a:solidFill>
          <a:ln w="9525">
            <a:solidFill>
              <a:srgbClr val="F59F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54864" cy="658368"/>
          </a:xfrm>
          <a:prstGeom prst="rect">
            <a:avLst/>
          </a:prstGeom>
          <a:solidFill>
            <a:srgbClr val="F59F0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4650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W11/W12 work feels thin: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back and strengthen. Add data to C1. Sharpen C4’s business case. Make C5 more specific.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8046720" cy="658368"/>
          </a:xfrm>
          <a:prstGeom prst="rect">
            <a:avLst/>
          </a:prstGeom>
          <a:solidFill>
            <a:srgbClr val="F3F0FF"/>
          </a:solidFill>
          <a:ln w="9525">
            <a:solidFill>
              <a:srgbClr val="845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68880"/>
            <a:ext cx="54864" cy="658368"/>
          </a:xfrm>
          <a:prstGeom prst="rect">
            <a:avLst/>
          </a:prstGeom>
          <a:solidFill>
            <a:srgbClr val="845EF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2374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haven’t done your PEAS session (C2):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happen this week. Attend, observe, or watch a recorded session. Write the reflection.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658368"/>
          </a:xfrm>
          <a:prstGeom prst="rect">
            <a:avLst/>
          </a:prstGeom>
          <a:solidFill>
            <a:srgbClr val="D0EBFF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46120"/>
            <a:ext cx="54864" cy="658368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0098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haven’t made stakeholder connections (C6):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566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out to Legal and PM counterparts. You have the context now from L20–L22.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8046720" cy="658368"/>
          </a:xfrm>
          <a:prstGeom prst="rect">
            <a:avLst/>
          </a:prstGeom>
          <a:solidFill>
            <a:srgbClr val="EBFBEE"/>
          </a:solidFill>
          <a:ln w="9525">
            <a:solidFill>
              <a:srgbClr val="2B8A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23360"/>
            <a:ext cx="54864" cy="658368"/>
          </a:xfrm>
          <a:prstGeom prst="rect">
            <a:avLst/>
          </a:prstGeom>
          <a:solidFill>
            <a:srgbClr val="2B8A3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7822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you’re in good shape on all components: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assembling your portfolio. Pick a format. See how the story flows.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Self-assessment: Where are you?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36576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1325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1325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“ready” looks like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 Problem Definition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16916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1691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sourced, findings classified by severity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 PEAS Reflection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21945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194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done, reflection written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97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C3: Contribution Artifact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2697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2697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Team-specific, usable, context note included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C4: Legal &amp; Business Case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3200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200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mapped, business rationale framed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03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C5: Strategy Recommendation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08960" y="3703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3703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Specific, actionable, tied to C1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C6: Stakeholder Connections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08960" y="4206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4206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made, documented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honest. The rubric doesn’t apply until the final portfolio. This is the time to catch up.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you’re submitting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Due: Monday, April 13 (before next session)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solidFill>
            <a:srgbClr val="F3F0FF"/>
          </a:solidFill>
          <a:ln w="12700">
            <a:solidFill>
              <a:srgbClr val="845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11680"/>
            <a:ext cx="54864" cy="1097280"/>
          </a:xfrm>
          <a:prstGeom prst="rect">
            <a:avLst/>
          </a:prstGeom>
          <a:solidFill>
            <a:srgbClr val="845EF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03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week’s submission is a status update, not a new deliverable.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where each of the six components stands. For components you worked on this week, show what changed. For components still in progress, note your plan.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8046720" cy="640080"/>
          </a:xfrm>
          <a:prstGeom prst="rect">
            <a:avLst/>
          </a:prstGeom>
          <a:solidFill>
            <a:srgbClr val="FFF9DB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83280"/>
            <a:ext cx="54864" cy="640080"/>
          </a:xfrm>
          <a:prstGeom prst="rect">
            <a:avLst/>
          </a:prstGeom>
          <a:solidFill>
            <a:srgbClr val="F59F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83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not graded against the rubric. Same as Weeks 11 and 12.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me with questions about: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components need the most work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scope something you haven’t started yet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format and structure options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about the capstone or rubric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assignment details are on Canvas.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2743200" cy="2743200"/>
          </a:xfrm>
          <a:prstGeom prst="ellipse">
            <a:avLst/>
          </a:prstGeom>
          <a:solidFill>
            <a:srgbClr val="D3F9D8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900000">
            <a:off x="6858000" y="3200400"/>
            <a:ext cx="1828800" cy="1828800"/>
          </a:xfrm>
          <a:prstGeom prst="rect">
            <a:avLst/>
          </a:prstGeom>
          <a:solidFill>
            <a:srgbClr val="E9ECEF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 — Workshop + Catch-Up</dc:title>
  <dc:subject>PptxGenJS Presentation</dc:subject>
  <dc:creator>PptxGenJS</dc:creator>
  <cp:lastModifiedBy>PptxGenJS</cp:lastModifiedBy>
  <cp:revision>1</cp:revision>
  <dcterms:created xsi:type="dcterms:W3CDTF">2026-03-24T13:45:47Z</dcterms:created>
  <dcterms:modified xsi:type="dcterms:W3CDTF">2026-03-24T13:45:47Z</dcterms:modified>
</cp:coreProperties>
</file>