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74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274320" y="-274320"/>
            <a:ext cx="1645920" cy="164592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9ECE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700000">
            <a:off x="-457200" y="3200400"/>
            <a:ext cx="1097280" cy="109728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Assignment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Problem + Contribute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Components 1 &amp;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Assignment   •   Due: Monday, March 30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capstone starts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produces components. By Week 15, you assemble them into a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463040" cy="1234440"/>
          </a:xfrm>
          <a:prstGeom prst="rect">
            <a:avLst/>
          </a:prstGeom>
          <a:solidFill>
            <a:srgbClr val="51CF66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+ C3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+ C5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Catch-up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EBFBEE"/>
          </a:solidFill>
          <a:ln w="12700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(Weeks 11–14)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Session (C2)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or watch anytime. Write a reflection when ready.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Connections (C6)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yourself to Legal and PM counterparts when the opportunity comes up.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3F9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doing: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accessibility problem your product faces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real data — Jira issues, dashboard metrics, PEAS findings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findings by severity (Sev 1–4 model)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everything in data, not assumptions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3657600" cy="2194560"/>
          </a:xfrm>
          <a:prstGeom prst="rect">
            <a:avLst/>
          </a:prstGeom>
          <a:solidFill>
            <a:srgbClr val="F1F3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691640"/>
            <a:ext cx="54864" cy="219456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 to answer: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148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your data coming from?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patterns do you see across findings?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severe are the issues for real users?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L17 (review methodology, severity classification)     </a:t>
            </a: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LOs: </a:t>
            </a: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3A.01, 3A.02, 3A.03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— levels of quality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solidFill>
            <a:srgbClr val="FFF9DB"/>
          </a:solidFill>
          <a:ln w="9525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" cy="822960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19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issues, but classifies by WCAG criterion instead of user impact. Findings are listed but not connected.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solidFill>
            <a:srgbClr val="EBFBEE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4864" cy="82296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(3)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7249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by severity using Sev 1–4 model. Connects each finding to a blocked user task.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solidFill>
            <a:srgbClr val="D0EBFF"/>
          </a:solidFill>
          <a:ln w="9525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54864" cy="822960"/>
          </a:xfrm>
          <a:prstGeom prst="rect">
            <a:avLst/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1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Exemplary (4)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307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above + identifies patterns across findings that point to a systemic root cause.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be at a 3 or 4 right now. You need a concrete plan and a start.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3F9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Artifact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reusable accessibility resource for your team: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931920" cy="2011680"/>
          </a:xfrm>
          <a:prstGeom prst="rect">
            <a:avLst/>
          </a:prstGeom>
          <a:solidFill>
            <a:srgbClr val="F1F3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54864" cy="201168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component-specific annotation checklist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onboarding guide for new team members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testing protocol for core workflows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guide for most-used components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 improvement for bug triage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57400"/>
            <a:ext cx="3931920" cy="2011680"/>
          </a:xfrm>
          <a:prstGeom prst="rect">
            <a:avLst/>
          </a:prstGeom>
          <a:solidFill>
            <a:srgbClr val="EBFB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54864" cy="2011680"/>
          </a:xfrm>
          <a:prstGeom prst="rect">
            <a:avLst/>
          </a:prstGeom>
          <a:solidFill>
            <a:srgbClr val="2B8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be: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to YOUR team's patterns (not generic)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enough to use during real work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a teammate could pick up and 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L19 (mentoring + culture building)     </a:t>
            </a: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LOs: </a:t>
            </a: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3H.01, 3H.02, 3H.03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Artifact — levels of quality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solidFill>
            <a:srgbClr val="FFF9DB"/>
          </a:solidFill>
          <a:ln w="9525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" cy="822960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19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resource, but it's generic enough to apply to any team. Could have been pulled from the internet.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solidFill>
            <a:srgbClr val="EBFBEE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4864" cy="82296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(3)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7249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is clearly tailored to the team's actual patterns, tools, and workflows. A teammate could use it today.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solidFill>
            <a:srgbClr val="D0EBFF"/>
          </a:solidFill>
          <a:ln w="9525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54864" cy="822960"/>
          </a:xfrm>
          <a:prstGeom prst="rect">
            <a:avLst/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1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Exemplary (4)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307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above + artifact addresses a gap the team didn't know it had. Demonstrates deep understanding of how the team works.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a concrete plan by Monday. Completeness comes later.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Ongoing: These run all badge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deadlines this week. Start when the opportunity comes 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7947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794760" cy="457200"/>
          </a:xfrm>
          <a:prstGeom prst="rect">
            <a:avLst/>
          </a:prstGeom>
          <a:solidFill>
            <a:srgbClr val="EBF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Session (C2)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Attend, observe, or watch a recorded PEAS session.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structured reflection connecting at least one finding to your own product using SBI or COIN.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anytime Weeks 11–14.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rush. Start when the opportunity comes 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37947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691640"/>
            <a:ext cx="3794760" cy="457200"/>
          </a:xfrm>
          <a:prstGeom prst="rect">
            <a:avLst/>
          </a:prstGeom>
          <a:solidFill>
            <a:srgbClr val="EBF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Connections (C6)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yourself to your Legal and Program Management counterparts.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who they are, what their role covers, and one thing you learned.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anytime Weeks 11–14.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when the opportunity comes up.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submitting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Monday, March 30 (before next session)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see by Monday: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plan for both components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level of completeness is fine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you pulling data from? (C1)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type of artifact are you going to create? (C3)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54864" cy="1097280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2103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URL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Preferably to the same Figma file you've been using for all your other assignments.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like — Figma, doc, slides, structured 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solidFill>
            <a:srgbClr val="FFF9DB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864" cy="822960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graded against the rubric yet.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applies to the final capstone portfolio. These are two of the six components — refine them later.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me with questions about: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counts as “data” for your product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your artifact idea is specific enough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scope your problem definition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about the capstone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assignment details are on Canvas.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rgbClr val="D3F9D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900000">
            <a:off x="6858000" y="3200400"/>
            <a:ext cx="1828800" cy="182880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842</Words>
  <Application>Microsoft Macintosh PowerPoint</Application>
  <PresentationFormat>On-screen Show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Assignment — Define the Problem + Contribute</dc:title>
  <dc:subject>PptxGenJS Presentation</dc:subject>
  <dc:creator>DACE Training Program</dc:creator>
  <cp:lastModifiedBy>Damian Sian</cp:lastModifiedBy>
  <cp:revision>1</cp:revision>
  <dcterms:created xsi:type="dcterms:W3CDTF">2026-03-23T19:17:30Z</dcterms:created>
  <dcterms:modified xsi:type="dcterms:W3CDTF">2026-03-23T19:52:32Z</dcterms:modified>
</cp:coreProperties>
</file>